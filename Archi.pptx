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82880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4572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datahub-deal-retriever</a:t>
            </a:r>
          </a:p>
          <a:p>
            <a:r>
              <a:t>(midnight batch)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4572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Kafka Topics</a:t>
            </a:r>
          </a:p>
          <a:p>
            <a:r>
              <a:t>Raw Deals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4572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data-access-classifier</a:t>
            </a:r>
          </a:p>
          <a:p>
            <a:r>
              <a:t>(enrichment)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4572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Kafka Topics</a:t>
            </a:r>
          </a:p>
          <a:p>
            <a:r>
              <a:t>Classified Deals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Our Service</a:t>
            </a:r>
          </a:p>
          <a:p>
            <a:r>
              <a:t>(consumer + control)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Cassandra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PNL Service</a:t>
            </a:r>
          </a:p>
          <a:p>
            <a:r>
              <a:t>(indicators)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36576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Hospital</a:t>
            </a:r>
          </a:p>
          <a:p>
            <a:r>
              <a:t>(retry / fix)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6576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Oracle DB</a:t>
            </a:r>
          </a:p>
          <a:p>
            <a:r>
              <a:t>(final reporting)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645920" y="2011680"/>
            <a:ext cx="73152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ight Arrow 12"/>
          <p:cNvSpPr/>
          <p:nvPr/>
        </p:nvSpPr>
        <p:spPr>
          <a:xfrm>
            <a:off x="3840480" y="731520"/>
            <a:ext cx="27432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6126480" y="731520"/>
            <a:ext cx="27432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ight Arrow 14"/>
          <p:cNvSpPr/>
          <p:nvPr/>
        </p:nvSpPr>
        <p:spPr>
          <a:xfrm>
            <a:off x="8412480" y="731520"/>
            <a:ext cx="27432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ight Arrow 15"/>
          <p:cNvSpPr/>
          <p:nvPr/>
        </p:nvSpPr>
        <p:spPr>
          <a:xfrm>
            <a:off x="9601200" y="1463040"/>
            <a:ext cx="274320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ight Arrow 16"/>
          <p:cNvSpPr/>
          <p:nvPr/>
        </p:nvSpPr>
        <p:spPr>
          <a:xfrm>
            <a:off x="7315200" y="1463040"/>
            <a:ext cx="274320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5029200" y="1463040"/>
            <a:ext cx="274320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ight Arrow 18"/>
          <p:cNvSpPr/>
          <p:nvPr/>
        </p:nvSpPr>
        <p:spPr>
          <a:xfrm>
            <a:off x="7772400" y="2743200"/>
            <a:ext cx="9144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ight Arrow 19"/>
          <p:cNvSpPr/>
          <p:nvPr/>
        </p:nvSpPr>
        <p:spPr>
          <a:xfrm>
            <a:off x="7315200" y="3200400"/>
            <a:ext cx="274320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ight Arrow 20"/>
          <p:cNvSpPr/>
          <p:nvPr/>
        </p:nvSpPr>
        <p:spPr>
          <a:xfrm>
            <a:off x="7772400" y="3931920"/>
            <a:ext cx="91440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