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Framework &amp; Pool de Connexions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Présentation du fonctionnement du pool de connexions avec Entity Framework.</a:t>
            </a:r>
          </a:p>
          <a:p>
            <a:r>
              <a:t>Objectif : Comprendre la gestion des connexions, Min Pool, Max Pool et les bonnes pratiques de dimensionnement.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Qu’est‑ce qu’un Pool de Connexions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pool de connexions est un ensemble de connexions physiques pré‑créées et réutilisées.</a:t>
            </a:r>
          </a:p>
          <a:p/>
          <a:p>
            <a:r>
              <a:t>Avantages :</a:t>
            </a:r>
          </a:p>
          <a:p>
            <a:r>
              <a:t>- Évite de recréer une connexion à chaque requête</a:t>
            </a:r>
          </a:p>
          <a:p>
            <a:r>
              <a:t>- Améliore les performances</a:t>
            </a:r>
          </a:p>
          <a:p>
            <a:r>
              <a:t>- Réduit la charge sur la base de données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 d’Entity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Entity Framework ouvre et ferme les connexions logiques automatiquement.</a:t>
            </a:r>
          </a:p>
          <a:p/>
          <a:p>
            <a:r>
              <a:t>- Ouvre la connexion avant une requête</a:t>
            </a:r>
          </a:p>
          <a:p>
            <a:r>
              <a:t>- La ferme après exécution</a:t>
            </a:r>
          </a:p>
          <a:p/>
          <a:p>
            <a:r>
              <a:t>Mais : la connexion physique reste dans le pool.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Connexion Fermée vs 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Connexion fermée par EF :</a:t>
            </a:r>
          </a:p>
          <a:p>
            <a:r>
              <a:t>- Retourne dans le pool</a:t>
            </a:r>
          </a:p>
          <a:p>
            <a:r>
              <a:t>- Réutilisable immédiatement</a:t>
            </a:r>
          </a:p>
          <a:p/>
          <a:p>
            <a:r>
              <a:t>Pool :</a:t>
            </a:r>
          </a:p>
          <a:p>
            <a:r>
              <a:t>- Reste actif</a:t>
            </a:r>
          </a:p>
          <a:p>
            <a:r>
              <a:t>- Les connexions ne sont pas détruites</a:t>
            </a:r>
          </a:p>
          <a:p>
            <a:r>
              <a:t>- Optimisation des performances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 Pool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Min Pool correspond au nombre minimum de connexions créées.</a:t>
            </a:r>
          </a:p>
          <a:p/>
          <a:p>
            <a:r>
              <a:t>- Créé après la première requête BD</a:t>
            </a:r>
          </a:p>
          <a:p>
            <a:r>
              <a:t>- Initialise le pool</a:t>
            </a:r>
          </a:p>
          <a:p>
            <a:r>
              <a:t>- Une fois créé → non fermé</a:t>
            </a:r>
          </a:p>
          <a:p>
            <a:r>
              <a:t>- Toujours disponible pour les requêtes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 Pool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Max Pool définit le nombre maximum de connexions simultanées.</a:t>
            </a:r>
          </a:p>
          <a:p/>
          <a:p>
            <a:r>
              <a:t>- Limite la charge BD</a:t>
            </a:r>
          </a:p>
          <a:p>
            <a:r>
              <a:t>- Si atteint → requêtes en attente</a:t>
            </a:r>
          </a:p>
          <a:p>
            <a:r>
              <a:t>- Paramètre critique en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Dimensionnement – Données d’Entrée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Pour calculer le Max Pool par service :</a:t>
            </a:r>
          </a:p>
          <a:p/>
          <a:p>
            <a:r>
              <a:t>- Nombre total de sessions BD</a:t>
            </a:r>
          </a:p>
          <a:p>
            <a:r>
              <a:t>- Nombre d’instances du service</a:t>
            </a:r>
          </a:p>
          <a:p>
            <a:r>
              <a:t>- Nombre de pools applicatifs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Formule de Calcul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Formule recommandée :</a:t>
            </a:r>
          </a:p>
          <a:p/>
          <a:p>
            <a:r>
              <a:t>MaxPool par service = (Nombre total de connexions / Nombre d’instances) + 1</a:t>
            </a:r>
          </a:p>
          <a:p/>
          <a:p>
            <a:r>
              <a:t>+1 = marge de sécurité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Marges de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Pourquoi ajouter des marges ?</a:t>
            </a:r>
          </a:p>
          <a:p/>
          <a:p>
            <a:r>
              <a:t>- +1 : ajout futur de pool non anticipé</a:t>
            </a:r>
          </a:p>
          <a:p>
            <a:r>
              <a:t>- +5 : marge opérationnelle interne</a:t>
            </a:r>
          </a:p>
          <a:p>
            <a:r>
              <a:t>- Absorbe pics de charge</a:t>
            </a:r>
          </a:p>
          <a:p>
            <a:r>
              <a:t>- Évite saturation BD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Monitorer l’usage des connexions</a:t>
            </a:r>
          </a:p>
          <a:p>
            <a:r>
              <a:t>- Ajuster Min/Max selon la charge</a:t>
            </a:r>
          </a:p>
          <a:p>
            <a:r>
              <a:t>- Tester en performance</a:t>
            </a:r>
          </a:p>
          <a:p>
            <a:r>
              <a:t>- Aligner avec limites SGBD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